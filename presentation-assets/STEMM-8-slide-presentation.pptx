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EMM Theme">
  <a:themeElements>
    <a:clrScheme name="STEMM">
      <a:dk1>
        <a:srgbClr val="142932"/>
      </a:dk1>
      <a:lt1>
        <a:srgbClr val="FFFFFF"/>
      </a:lt1>
      <a:dk2>
        <a:srgbClr val="0E5666"/>
      </a:dk2>
      <a:lt2>
        <a:srgbClr val="F3F7FA"/>
      </a:lt2>
      <a:accent1>
        <a:srgbClr val="0E5666"/>
      </a:accent1>
      <a:accent2>
        <a:srgbClr val="4B8BBE"/>
      </a:accent2>
      <a:accent3>
        <a:srgbClr val="2E7D4F"/>
      </a:accent3>
      <a:accent4>
        <a:srgbClr val="F6C65B"/>
      </a:accent4>
      <a:accent5>
        <a:srgbClr val="1E7585"/>
      </a:accent5>
      <a:accent6>
        <a:srgbClr val="60717A"/>
      </a:accent6>
      <a:hlink>
        <a:srgbClr val="0563C1"/>
      </a:hlink>
      <a:folHlink>
        <a:srgbClr val="954F72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